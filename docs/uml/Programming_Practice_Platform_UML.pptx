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E40AF"/>
                </a:solidFill>
              </a:defRPr>
            </a:pPr>
            <a:r>
              <a:t>Programming Practice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UML Diagrams and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 - Code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Diagram - Submit &amp; Evaluate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Frontend (Tkinter GUI): User interface with problem browser, code editor, and dashboard</a:t>
            </a:r>
          </a:p>
          <a:p>
            <a:pPr>
              <a:defRPr sz="1600"/>
            </a:pPr>
            <a:r>
              <a:t>Backend Services: Authentication, evaluation engine, database management</a:t>
            </a:r>
          </a:p>
          <a:p>
            <a:pPr>
              <a:defRPr sz="1600"/>
            </a:pPr>
            <a:r>
              <a:t>Database (SQLite): Stores users, problems, attempts, quizzes, and progress</a:t>
            </a:r>
          </a:p>
          <a:p>
            <a:pPr>
              <a:defRPr sz="1600"/>
            </a:pPr>
            <a:r>
              <a:t>Evaluator Service: Runs test cases against submitted code</a:t>
            </a:r>
          </a:p>
          <a:p>
            <a:pPr>
              <a:defRPr sz="1600"/>
            </a:pPr>
            <a:r>
              <a:t>Microservices: Weather API, Notifications, Analytics, User Preferences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Multi-user authentication and authorization</a:t>
            </a:r>
          </a:p>
          <a:p>
            <a:pPr>
              <a:defRPr sz="1800"/>
            </a:pPr>
            <a:r>
              <a:t>Code submission and automated evaluation</a:t>
            </a:r>
          </a:p>
          <a:p>
            <a:pPr>
              <a:defRPr sz="1800"/>
            </a:pPr>
            <a:r>
              <a:t>Quiz management with time limits</a:t>
            </a:r>
          </a:p>
          <a:p>
            <a:pPr>
              <a:defRPr sz="1800"/>
            </a:pPr>
            <a:r>
              <a:t>Progress tracking and badge system</a:t>
            </a:r>
          </a:p>
          <a:p>
            <a:pPr>
              <a:defRPr sz="1800"/>
            </a:pPr>
            <a:r>
              <a:t>Admin dashboard for problem management</a:t>
            </a:r>
          </a:p>
          <a:p>
            <a:pPr>
              <a:defRPr sz="1800"/>
            </a:pPr>
            <a:r>
              <a:t>Microservice architecture for scalability</a:t>
            </a:r>
          </a:p>
          <a:p>
            <a:pPr>
              <a:defRPr sz="1800"/>
            </a:pPr>
            <a:r>
              <a:t>SQLite persistence layer</a:t>
            </a:r>
          </a:p>
          <a:p>
            <a:pPr>
              <a:defRPr sz="1800"/>
            </a:pPr>
            <a:r>
              <a:t>Responsive Tkinter GUI with dark theme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