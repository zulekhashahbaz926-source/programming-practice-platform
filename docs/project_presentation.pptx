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Zyntriva CodeForge — Project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High-level overview, microservices, and diagrams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Python desktop app with CustomTkinter</a:t>
            </a:r>
          </a:p>
          <a:p>
            <a:pPr>
              <a:defRPr sz="1800"/>
            </a:pPr>
            <a:r>
              <a:t>Modules: problems, quizzes, testing, peer review</a:t>
            </a:r>
          </a:p>
          <a:p>
            <a:pPr>
              <a:defRPr sz="1800"/>
            </a:pPr>
            <a:r>
              <a:t>SQLite persistence</a:t>
            </a:r>
          </a:p>
          <a:p>
            <a:pPr>
              <a:defRPr sz="1800"/>
            </a:pPr>
            <a:r>
              <a:t>Microservices: Weather, Notification, Analytics, Preferences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Microservices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600"/>
            </a:pPr>
            <a:r>
              <a:t>Weather API — microservices/weather_service/app.py</a:t>
            </a:r>
          </a:p>
          <a:p>
            <a:pPr>
              <a:defRPr sz="1600"/>
            </a:pPr>
            <a:r>
              <a:t>Notification — microservices/notification_service/app.py</a:t>
            </a:r>
          </a:p>
          <a:p>
            <a:pPr>
              <a:defRPr sz="1600"/>
            </a:pPr>
            <a:r>
              <a:t>Analytics — microservices/analytics_service/app.py</a:t>
            </a:r>
          </a:p>
          <a:p>
            <a:pPr>
              <a:defRPr sz="1600"/>
            </a:pPr>
            <a:r>
              <a:t>Preferences — microservices/preferences_service/app.py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